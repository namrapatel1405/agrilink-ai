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83" r:id="rId2"/>
    <p:sldId id="257" r:id="rId3"/>
    <p:sldId id="282" r:id="rId4"/>
    <p:sldId id="285" r:id="rId5"/>
    <p:sldId id="278" r:id="rId6"/>
    <p:sldId id="281" r:id="rId7"/>
    <p:sldId id="264" r:id="rId8"/>
    <p:sldId id="286" r:id="rId9"/>
    <p:sldId id="287" r:id="rId10"/>
    <p:sldId id="280" r:id="rId11"/>
    <p:sldId id="288" r:id="rId12"/>
    <p:sldId id="289" r:id="rId13"/>
    <p:sldId id="27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37560C-2E4B-4213-A03B-297701003C00}" v="75" dt="2026-09-04T12:29:26.462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mra Patel" userId="2139cbbffbe4d9f8" providerId="LiveId" clId="{2A5462ED-CBA9-4E73-A17C-B58358DD2847}"/>
    <pc:docChg chg="undo redo custSel delSld modSld">
      <pc:chgData name="Namra Patel" userId="2139cbbffbe4d9f8" providerId="LiveId" clId="{2A5462ED-CBA9-4E73-A17C-B58358DD2847}" dt="2026-09-04T12:29:26.384" v="608" actId="20577"/>
      <pc:docMkLst>
        <pc:docMk/>
      </pc:docMkLst>
      <pc:sldChg chg="addSp delSp modSp mod">
        <pc:chgData name="Namra Patel" userId="2139cbbffbe4d9f8" providerId="LiveId" clId="{2A5462ED-CBA9-4E73-A17C-B58358DD2847}" dt="2026-09-04T11:31:16.119" v="349"/>
        <pc:sldMkLst>
          <pc:docMk/>
          <pc:sldMk cId="0" sldId="257"/>
        </pc:sldMkLst>
        <pc:spChg chg="add del mod">
          <ac:chgData name="Namra Patel" userId="2139cbbffbe4d9f8" providerId="LiveId" clId="{2A5462ED-CBA9-4E73-A17C-B58358DD2847}" dt="2026-09-03T13:16:13.247" v="109" actId="478"/>
          <ac:spMkLst>
            <pc:docMk/>
            <pc:sldMk cId="0" sldId="257"/>
            <ac:spMk id="2" creationId="{B250100E-8A75-CF49-DFF4-6F6E33252633}"/>
          </ac:spMkLst>
        </pc:spChg>
        <pc:spChg chg="del">
          <ac:chgData name="Namra Patel" userId="2139cbbffbe4d9f8" providerId="LiveId" clId="{2A5462ED-CBA9-4E73-A17C-B58358DD2847}" dt="2026-09-03T13:17:03.178" v="115" actId="478"/>
          <ac:spMkLst>
            <pc:docMk/>
            <pc:sldMk cId="0" sldId="257"/>
            <ac:spMk id="3" creationId="{B0B023FA-CFEB-ACE9-8425-7E72E307CDC5}"/>
          </ac:spMkLst>
        </pc:spChg>
        <pc:spChg chg="mod">
          <ac:chgData name="Namra Patel" userId="2139cbbffbe4d9f8" providerId="LiveId" clId="{2A5462ED-CBA9-4E73-A17C-B58358DD2847}" dt="2026-09-03T13:16:02.010" v="104"/>
          <ac:spMkLst>
            <pc:docMk/>
            <pc:sldMk cId="0" sldId="257"/>
            <ac:spMk id="4" creationId="{A828B9EF-C084-F5D4-CA27-75AF7D995640}"/>
          </ac:spMkLst>
        </pc:spChg>
        <pc:spChg chg="mod">
          <ac:chgData name="Namra Patel" userId="2139cbbffbe4d9f8" providerId="LiveId" clId="{2A5462ED-CBA9-4E73-A17C-B58358DD2847}" dt="2026-09-04T11:31:16.119" v="349"/>
          <ac:spMkLst>
            <pc:docMk/>
            <pc:sldMk cId="0" sldId="257"/>
            <ac:spMk id="7" creationId="{3D723CA3-EC2D-165A-F109-3759C4E9C8A4}"/>
          </ac:spMkLst>
        </pc:spChg>
        <pc:spChg chg="add del">
          <ac:chgData name="Namra Patel" userId="2139cbbffbe4d9f8" providerId="LiveId" clId="{2A5462ED-CBA9-4E73-A17C-B58358DD2847}" dt="2026-09-03T13:16:00.653" v="101" actId="478"/>
          <ac:spMkLst>
            <pc:docMk/>
            <pc:sldMk cId="0" sldId="257"/>
            <ac:spMk id="92" creationId="{00000000-0000-0000-0000-000000000000}"/>
          </ac:spMkLst>
        </pc:spChg>
        <pc:spChg chg="add del">
          <ac:chgData name="Namra Patel" userId="2139cbbffbe4d9f8" providerId="LiveId" clId="{2A5462ED-CBA9-4E73-A17C-B58358DD2847}" dt="2026-09-03T13:16:00.213" v="100" actId="478"/>
          <ac:spMkLst>
            <pc:docMk/>
            <pc:sldMk cId="0" sldId="257"/>
            <ac:spMk id="95" creationId="{00000000-0000-0000-0000-000000000000}"/>
          </ac:spMkLst>
        </pc:spChg>
        <pc:grpChg chg="add mod">
          <ac:chgData name="Namra Patel" userId="2139cbbffbe4d9f8" providerId="LiveId" clId="{2A5462ED-CBA9-4E73-A17C-B58358DD2847}" dt="2026-09-03T17:13:47.154" v="175" actId="164"/>
          <ac:grpSpMkLst>
            <pc:docMk/>
            <pc:sldMk cId="0" sldId="257"/>
            <ac:grpSpMk id="12" creationId="{22303500-6CFA-1131-5265-90106E6617F0}"/>
          </ac:grpSpMkLst>
        </pc:grpChg>
        <pc:graphicFrameChg chg="mod modGraphic">
          <ac:chgData name="Namra Patel" userId="2139cbbffbe4d9f8" providerId="LiveId" clId="{2A5462ED-CBA9-4E73-A17C-B58358DD2847}" dt="2026-09-03T17:13:47.154" v="175" actId="164"/>
          <ac:graphicFrameMkLst>
            <pc:docMk/>
            <pc:sldMk cId="0" sldId="257"/>
            <ac:graphicFrameMk id="96" creationId="{00000000-0000-0000-0000-000000000000}"/>
          </ac:graphicFrameMkLst>
        </pc:graphicFrameChg>
        <pc:picChg chg="add del">
          <ac:chgData name="Namra Patel" userId="2139cbbffbe4d9f8" providerId="LiveId" clId="{2A5462ED-CBA9-4E73-A17C-B58358DD2847}" dt="2026-09-03T17:12:48.910" v="152" actId="22"/>
          <ac:picMkLst>
            <pc:docMk/>
            <pc:sldMk cId="0" sldId="257"/>
            <ac:picMk id="6" creationId="{DDEBF376-3FC1-CBAF-73AE-9EC8F97DC3E9}"/>
          </ac:picMkLst>
        </pc:picChg>
        <pc:picChg chg="add del mod">
          <ac:chgData name="Namra Patel" userId="2139cbbffbe4d9f8" providerId="LiveId" clId="{2A5462ED-CBA9-4E73-A17C-B58358DD2847}" dt="2026-09-03T17:13:25.983" v="161" actId="21"/>
          <ac:picMkLst>
            <pc:docMk/>
            <pc:sldMk cId="0" sldId="257"/>
            <ac:picMk id="9" creationId="{C3297002-5AAE-5581-8C44-152A5CC4DCBA}"/>
          </ac:picMkLst>
        </pc:picChg>
        <pc:picChg chg="add mod">
          <ac:chgData name="Namra Patel" userId="2139cbbffbe4d9f8" providerId="LiveId" clId="{2A5462ED-CBA9-4E73-A17C-B58358DD2847}" dt="2026-09-03T17:13:47.154" v="175" actId="164"/>
          <ac:picMkLst>
            <pc:docMk/>
            <pc:sldMk cId="0" sldId="257"/>
            <ac:picMk id="11" creationId="{57F07D02-29BB-E2D4-CB1E-8A3B881B362C}"/>
          </ac:picMkLst>
        </pc:picChg>
        <pc:picChg chg="del mod">
          <ac:chgData name="Namra Patel" userId="2139cbbffbe4d9f8" providerId="LiveId" clId="{2A5462ED-CBA9-4E73-A17C-B58358DD2847}" dt="2026-09-03T13:16:56.499" v="114" actId="478"/>
          <ac:picMkLst>
            <pc:docMk/>
            <pc:sldMk cId="0" sldId="257"/>
            <ac:picMk id="98" creationId="{00000000-0000-0000-0000-000000000000}"/>
          </ac:picMkLst>
        </pc:picChg>
      </pc:sldChg>
      <pc:sldChg chg="del">
        <pc:chgData name="Namra Patel" userId="2139cbbffbe4d9f8" providerId="LiveId" clId="{2A5462ED-CBA9-4E73-A17C-B58358DD2847}" dt="2026-09-04T12:04:04.290" v="441" actId="47"/>
        <pc:sldMkLst>
          <pc:docMk/>
          <pc:sldMk cId="0" sldId="262"/>
        </pc:sldMkLst>
      </pc:sldChg>
      <pc:sldChg chg="modSp mod">
        <pc:chgData name="Namra Patel" userId="2139cbbffbe4d9f8" providerId="LiveId" clId="{2A5462ED-CBA9-4E73-A17C-B58358DD2847}" dt="2026-09-04T12:11:20.819" v="473" actId="404"/>
        <pc:sldMkLst>
          <pc:docMk/>
          <pc:sldMk cId="0" sldId="264"/>
        </pc:sldMkLst>
        <pc:spChg chg="mod">
          <ac:chgData name="Namra Patel" userId="2139cbbffbe4d9f8" providerId="LiveId" clId="{2A5462ED-CBA9-4E73-A17C-B58358DD2847}" dt="2026-09-04T12:11:20.819" v="473" actId="404"/>
          <ac:spMkLst>
            <pc:docMk/>
            <pc:sldMk cId="0" sldId="264"/>
            <ac:spMk id="2" creationId="{B84A7B44-8B20-5A39-ED43-DA98D0FC7976}"/>
          </ac:spMkLst>
        </pc:spChg>
        <pc:spChg chg="mod">
          <ac:chgData name="Namra Patel" userId="2139cbbffbe4d9f8" providerId="LiveId" clId="{2A5462ED-CBA9-4E73-A17C-B58358DD2847}" dt="2026-09-04T12:06:18.929" v="461" actId="20577"/>
          <ac:spMkLst>
            <pc:docMk/>
            <pc:sldMk cId="0" sldId="264"/>
            <ac:spMk id="3" creationId="{322462E8-EB3A-DA7D-44CB-4E757803A755}"/>
          </ac:spMkLst>
        </pc:spChg>
      </pc:sldChg>
      <pc:sldChg chg="modSp mod">
        <pc:chgData name="Namra Patel" userId="2139cbbffbe4d9f8" providerId="LiveId" clId="{2A5462ED-CBA9-4E73-A17C-B58358DD2847}" dt="2026-09-03T13:12:15.626" v="51" actId="12789"/>
        <pc:sldMkLst>
          <pc:docMk/>
          <pc:sldMk cId="0" sldId="276"/>
        </pc:sldMkLst>
        <pc:picChg chg="mod">
          <ac:chgData name="Namra Patel" userId="2139cbbffbe4d9f8" providerId="LiveId" clId="{2A5462ED-CBA9-4E73-A17C-B58358DD2847}" dt="2026-09-03T13:12:15.626" v="51" actId="12789"/>
          <ac:picMkLst>
            <pc:docMk/>
            <pc:sldMk cId="0" sldId="276"/>
            <ac:picMk id="310" creationId="{00000000-0000-0000-0000-000000000000}"/>
          </ac:picMkLst>
        </pc:picChg>
      </pc:sldChg>
      <pc:sldChg chg="modSp del mod">
        <pc:chgData name="Namra Patel" userId="2139cbbffbe4d9f8" providerId="LiveId" clId="{2A5462ED-CBA9-4E73-A17C-B58358DD2847}" dt="2026-09-04T12:06:38.981" v="462" actId="47"/>
        <pc:sldMkLst>
          <pc:docMk/>
          <pc:sldMk cId="2115484872" sldId="277"/>
        </pc:sldMkLst>
        <pc:picChg chg="mod">
          <ac:chgData name="Namra Patel" userId="2139cbbffbe4d9f8" providerId="LiveId" clId="{2A5462ED-CBA9-4E73-A17C-B58358DD2847}" dt="2026-09-03T12:54:57.082" v="3" actId="1076"/>
          <ac:picMkLst>
            <pc:docMk/>
            <pc:sldMk cId="2115484872" sldId="277"/>
            <ac:picMk id="12" creationId="{3E29AF1D-88C4-87E5-74DF-4E97121E06CE}"/>
          </ac:picMkLst>
        </pc:picChg>
      </pc:sldChg>
      <pc:sldChg chg="modSp mod">
        <pc:chgData name="Namra Patel" userId="2139cbbffbe4d9f8" providerId="LiveId" clId="{2A5462ED-CBA9-4E73-A17C-B58358DD2847}" dt="2026-09-04T12:02:59.619" v="439" actId="12788"/>
        <pc:sldMkLst>
          <pc:docMk/>
          <pc:sldMk cId="3764405840" sldId="278"/>
        </pc:sldMkLst>
        <pc:spChg chg="mod">
          <ac:chgData name="Namra Patel" userId="2139cbbffbe4d9f8" providerId="LiveId" clId="{2A5462ED-CBA9-4E73-A17C-B58358DD2847}" dt="2026-09-04T11:56:32.889" v="381" actId="403"/>
          <ac:spMkLst>
            <pc:docMk/>
            <pc:sldMk cId="3764405840" sldId="278"/>
            <ac:spMk id="2" creationId="{151FBD4A-3273-E454-091D-D5B0678FC299}"/>
          </ac:spMkLst>
        </pc:spChg>
        <pc:spChg chg="mod">
          <ac:chgData name="Namra Patel" userId="2139cbbffbe4d9f8" providerId="LiveId" clId="{2A5462ED-CBA9-4E73-A17C-B58358DD2847}" dt="2026-09-04T12:02:59.619" v="439" actId="12788"/>
          <ac:spMkLst>
            <pc:docMk/>
            <pc:sldMk cId="3764405840" sldId="278"/>
            <ac:spMk id="3" creationId="{4A7608B5-9906-EFCF-959A-E89FC2E3EE19}"/>
          </ac:spMkLst>
        </pc:spChg>
      </pc:sldChg>
      <pc:sldChg chg="modSp del mod">
        <pc:chgData name="Namra Patel" userId="2139cbbffbe4d9f8" providerId="LiveId" clId="{2A5462ED-CBA9-4E73-A17C-B58358DD2847}" dt="2026-09-04T12:03:58.566" v="440" actId="47"/>
        <pc:sldMkLst>
          <pc:docMk/>
          <pc:sldMk cId="2772501912" sldId="279"/>
        </pc:sldMkLst>
        <pc:picChg chg="mod">
          <ac:chgData name="Namra Patel" userId="2139cbbffbe4d9f8" providerId="LiveId" clId="{2A5462ED-CBA9-4E73-A17C-B58358DD2847}" dt="2026-09-03T12:51:33.131" v="1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modSp mod">
        <pc:chgData name="Namra Patel" userId="2139cbbffbe4d9f8" providerId="LiveId" clId="{2A5462ED-CBA9-4E73-A17C-B58358DD2847}" dt="2026-09-04T12:23:29.213" v="606" actId="14100"/>
        <pc:sldMkLst>
          <pc:docMk/>
          <pc:sldMk cId="2136706720" sldId="280"/>
        </pc:sldMkLst>
        <pc:spChg chg="add mod">
          <ac:chgData name="Namra Patel" userId="2139cbbffbe4d9f8" providerId="LiveId" clId="{2A5462ED-CBA9-4E73-A17C-B58358DD2847}" dt="2026-09-04T12:23:19.699" v="605" actId="1076"/>
          <ac:spMkLst>
            <pc:docMk/>
            <pc:sldMk cId="2136706720" sldId="280"/>
            <ac:spMk id="3" creationId="{81021457-E313-2EF9-758F-B9E9BBC56E17}"/>
          </ac:spMkLst>
        </pc:spChg>
        <pc:spChg chg="del mod">
          <ac:chgData name="Namra Patel" userId="2139cbbffbe4d9f8" providerId="LiveId" clId="{2A5462ED-CBA9-4E73-A17C-B58358DD2847}" dt="2026-09-04T12:23:17.006" v="604" actId="478"/>
          <ac:spMkLst>
            <pc:docMk/>
            <pc:sldMk cId="2136706720" sldId="280"/>
            <ac:spMk id="278" creationId="{0668C6FD-577A-7288-5642-1AFC22BD04F2}"/>
          </ac:spMkLst>
        </pc:spChg>
        <pc:spChg chg="mod">
          <ac:chgData name="Namra Patel" userId="2139cbbffbe4d9f8" providerId="LiveId" clId="{2A5462ED-CBA9-4E73-A17C-B58358DD2847}" dt="2026-09-04T12:23:29.213" v="606" actId="14100"/>
          <ac:spMkLst>
            <pc:docMk/>
            <pc:sldMk cId="2136706720" sldId="280"/>
            <ac:spMk id="279" creationId="{EAFA16CB-0A72-5AC5-69A0-ABF4A752B43F}"/>
          </ac:spMkLst>
        </pc:spChg>
        <pc:spChg chg="del">
          <ac:chgData name="Namra Patel" userId="2139cbbffbe4d9f8" providerId="LiveId" clId="{2A5462ED-CBA9-4E73-A17C-B58358DD2847}" dt="2026-09-04T12:21:27.343" v="554" actId="478"/>
          <ac:spMkLst>
            <pc:docMk/>
            <pc:sldMk cId="2136706720" sldId="280"/>
            <ac:spMk id="280" creationId="{B888011B-E4AC-77DB-4A60-BE2C891C49F5}"/>
          </ac:spMkLst>
        </pc:spChg>
        <pc:spChg chg="del">
          <ac:chgData name="Namra Patel" userId="2139cbbffbe4d9f8" providerId="LiveId" clId="{2A5462ED-CBA9-4E73-A17C-B58358DD2847}" dt="2026-09-04T12:21:27.343" v="554" actId="478"/>
          <ac:spMkLst>
            <pc:docMk/>
            <pc:sldMk cId="2136706720" sldId="280"/>
            <ac:spMk id="281" creationId="{91F05971-9256-10B5-6575-4E7C679C6DAA}"/>
          </ac:spMkLst>
        </pc:spChg>
        <pc:spChg chg="del">
          <ac:chgData name="Namra Patel" userId="2139cbbffbe4d9f8" providerId="LiveId" clId="{2A5462ED-CBA9-4E73-A17C-B58358DD2847}" dt="2026-09-04T12:21:27.343" v="554" actId="478"/>
          <ac:spMkLst>
            <pc:docMk/>
            <pc:sldMk cId="2136706720" sldId="280"/>
            <ac:spMk id="282" creationId="{F1C3EBC2-438F-C150-9ABF-F14321C2CC5C}"/>
          </ac:spMkLst>
        </pc:spChg>
      </pc:sldChg>
      <pc:sldChg chg="modSp mod">
        <pc:chgData name="Namra Patel" userId="2139cbbffbe4d9f8" providerId="LiveId" clId="{2A5462ED-CBA9-4E73-A17C-B58358DD2847}" dt="2026-09-04T12:11:46.571" v="478" actId="2711"/>
        <pc:sldMkLst>
          <pc:docMk/>
          <pc:sldMk cId="328526394" sldId="281"/>
        </pc:sldMkLst>
        <pc:spChg chg="mod">
          <ac:chgData name="Namra Patel" userId="2139cbbffbe4d9f8" providerId="LiveId" clId="{2A5462ED-CBA9-4E73-A17C-B58358DD2847}" dt="2026-09-04T12:02:51.127" v="437" actId="12788"/>
          <ac:spMkLst>
            <pc:docMk/>
            <pc:sldMk cId="328526394" sldId="281"/>
            <ac:spMk id="2" creationId="{9BB86949-7ED1-C43B-B1E3-5122BB67A596}"/>
          </ac:spMkLst>
        </pc:spChg>
        <pc:spChg chg="mod">
          <ac:chgData name="Namra Patel" userId="2139cbbffbe4d9f8" providerId="LiveId" clId="{2A5462ED-CBA9-4E73-A17C-B58358DD2847}" dt="2026-09-04T12:11:46.571" v="478" actId="2711"/>
          <ac:spMkLst>
            <pc:docMk/>
            <pc:sldMk cId="328526394" sldId="281"/>
            <ac:spMk id="135" creationId="{2A145802-2DD3-EEBA-7D44-210C05B98C91}"/>
          </ac:spMkLst>
        </pc:spChg>
      </pc:sldChg>
      <pc:sldChg chg="modSp mod">
        <pc:chgData name="Namra Patel" userId="2139cbbffbe4d9f8" providerId="LiveId" clId="{2A5462ED-CBA9-4E73-A17C-B58358DD2847}" dt="2026-09-04T11:31:03.518" v="346"/>
        <pc:sldMkLst>
          <pc:docMk/>
          <pc:sldMk cId="2952584201" sldId="282"/>
        </pc:sldMkLst>
        <pc:spChg chg="mod">
          <ac:chgData name="Namra Patel" userId="2139cbbffbe4d9f8" providerId="LiveId" clId="{2A5462ED-CBA9-4E73-A17C-B58358DD2847}" dt="2026-09-04T11:31:03.518" v="346"/>
          <ac:spMkLst>
            <pc:docMk/>
            <pc:sldMk cId="2952584201" sldId="282"/>
            <ac:spMk id="2" creationId="{C6F6745E-14BA-0766-CE1E-32E29663832D}"/>
          </ac:spMkLst>
        </pc:spChg>
        <pc:spChg chg="mod">
          <ac:chgData name="Namra Patel" userId="2139cbbffbe4d9f8" providerId="LiveId" clId="{2A5462ED-CBA9-4E73-A17C-B58358DD2847}" dt="2026-09-04T11:21:58.683" v="289"/>
          <ac:spMkLst>
            <pc:docMk/>
            <pc:sldMk cId="2952584201" sldId="282"/>
            <ac:spMk id="3" creationId="{3847FA31-EA47-D27A-9D69-AF50A3080AEC}"/>
          </ac:spMkLst>
        </pc:spChg>
      </pc:sldChg>
      <pc:sldChg chg="addSp delSp modSp mod">
        <pc:chgData name="Namra Patel" userId="2139cbbffbe4d9f8" providerId="LiveId" clId="{2A5462ED-CBA9-4E73-A17C-B58358DD2847}" dt="2026-09-04T11:31:39.125" v="356"/>
        <pc:sldMkLst>
          <pc:docMk/>
          <pc:sldMk cId="2290294991" sldId="285"/>
        </pc:sldMkLst>
        <pc:spChg chg="mod">
          <ac:chgData name="Namra Patel" userId="2139cbbffbe4d9f8" providerId="LiveId" clId="{2A5462ED-CBA9-4E73-A17C-B58358DD2847}" dt="2026-09-04T11:31:39.125" v="356"/>
          <ac:spMkLst>
            <pc:docMk/>
            <pc:sldMk cId="2290294991" sldId="285"/>
            <ac:spMk id="2" creationId="{4A1BF701-ABCA-4DF0-8330-B6AF71EF8E39}"/>
          </ac:spMkLst>
        </pc:spChg>
        <pc:spChg chg="add del mod">
          <ac:chgData name="Namra Patel" userId="2139cbbffbe4d9f8" providerId="LiveId" clId="{2A5462ED-CBA9-4E73-A17C-B58358DD2847}" dt="2026-09-04T11:31:30.863" v="353" actId="20577"/>
          <ac:spMkLst>
            <pc:docMk/>
            <pc:sldMk cId="2290294991" sldId="285"/>
            <ac:spMk id="3" creationId="{527F30CC-07EF-8FCC-DA00-C9212F5DAECE}"/>
          </ac:spMkLst>
        </pc:spChg>
      </pc:sldChg>
      <pc:sldChg chg="modSp mod">
        <pc:chgData name="Namra Patel" userId="2139cbbffbe4d9f8" providerId="LiveId" clId="{2A5462ED-CBA9-4E73-A17C-B58358DD2847}" dt="2026-09-04T12:11:56.457" v="479" actId="1076"/>
        <pc:sldMkLst>
          <pc:docMk/>
          <pc:sldMk cId="917964102" sldId="286"/>
        </pc:sldMkLst>
        <pc:spChg chg="mod">
          <ac:chgData name="Namra Patel" userId="2139cbbffbe4d9f8" providerId="LiveId" clId="{2A5462ED-CBA9-4E73-A17C-B58358DD2847}" dt="2026-09-04T12:11:56.457" v="479" actId="1076"/>
          <ac:spMkLst>
            <pc:docMk/>
            <pc:sldMk cId="917964102" sldId="286"/>
            <ac:spMk id="2" creationId="{6FA184BA-BCF2-3D7B-30D0-0F3CF30C161B}"/>
          </ac:spMkLst>
        </pc:spChg>
        <pc:spChg chg="mod">
          <ac:chgData name="Namra Patel" userId="2139cbbffbe4d9f8" providerId="LiveId" clId="{2A5462ED-CBA9-4E73-A17C-B58358DD2847}" dt="2026-09-04T12:11:10.145" v="471" actId="12788"/>
          <ac:spMkLst>
            <pc:docMk/>
            <pc:sldMk cId="917964102" sldId="286"/>
            <ac:spMk id="3" creationId="{ED65F54F-855A-0DB6-09A6-3212C5F7405B}"/>
          </ac:spMkLst>
        </pc:spChg>
      </pc:sldChg>
      <pc:sldChg chg="addSp delSp modSp mod">
        <pc:chgData name="Namra Patel" userId="2139cbbffbe4d9f8" providerId="LiveId" clId="{2A5462ED-CBA9-4E73-A17C-B58358DD2847}" dt="2026-09-04T12:29:26.384" v="608" actId="20577"/>
        <pc:sldMkLst>
          <pc:docMk/>
          <pc:sldMk cId="2605851928" sldId="287"/>
        </pc:sldMkLst>
        <pc:spChg chg="add mod">
          <ac:chgData name="Namra Patel" userId="2139cbbffbe4d9f8" providerId="LiveId" clId="{2A5462ED-CBA9-4E73-A17C-B58358DD2847}" dt="2026-09-04T12:16:21.148" v="513" actId="1076"/>
          <ac:spMkLst>
            <pc:docMk/>
            <pc:sldMk cId="2605851928" sldId="287"/>
            <ac:spMk id="2" creationId="{644B1586-7A19-CCEF-F478-C7EC24C2A769}"/>
          </ac:spMkLst>
        </pc:spChg>
        <pc:spChg chg="del mod">
          <ac:chgData name="Namra Patel" userId="2139cbbffbe4d9f8" providerId="LiveId" clId="{2A5462ED-CBA9-4E73-A17C-B58358DD2847}" dt="2026-09-04T12:16:18.603" v="512" actId="478"/>
          <ac:spMkLst>
            <pc:docMk/>
            <pc:sldMk cId="2605851928" sldId="287"/>
            <ac:spMk id="278" creationId="{187EEB9C-2E84-113A-3CE6-1507BF5B039F}"/>
          </ac:spMkLst>
        </pc:spChg>
        <pc:spChg chg="mod">
          <ac:chgData name="Namra Patel" userId="2139cbbffbe4d9f8" providerId="LiveId" clId="{2A5462ED-CBA9-4E73-A17C-B58358DD2847}" dt="2026-09-04T12:29:26.384" v="608" actId="20577"/>
          <ac:spMkLst>
            <pc:docMk/>
            <pc:sldMk cId="2605851928" sldId="287"/>
            <ac:spMk id="279" creationId="{3711AF54-94A6-B837-31EF-9A8C4ECB9AF6}"/>
          </ac:spMkLst>
        </pc:spChg>
        <pc:spChg chg="del">
          <ac:chgData name="Namra Patel" userId="2139cbbffbe4d9f8" providerId="LiveId" clId="{2A5462ED-CBA9-4E73-A17C-B58358DD2847}" dt="2026-09-04T12:19:29.384" v="534" actId="478"/>
          <ac:spMkLst>
            <pc:docMk/>
            <pc:sldMk cId="2605851928" sldId="287"/>
            <ac:spMk id="280" creationId="{E228982D-BF81-530A-CBA1-E897A3CA8EF7}"/>
          </ac:spMkLst>
        </pc:spChg>
        <pc:spChg chg="del">
          <ac:chgData name="Namra Patel" userId="2139cbbffbe4d9f8" providerId="LiveId" clId="{2A5462ED-CBA9-4E73-A17C-B58358DD2847}" dt="2026-09-04T12:19:29.384" v="534" actId="478"/>
          <ac:spMkLst>
            <pc:docMk/>
            <pc:sldMk cId="2605851928" sldId="287"/>
            <ac:spMk id="281" creationId="{7BC356B8-92F8-3187-D065-667AACF68E72}"/>
          </ac:spMkLst>
        </pc:spChg>
        <pc:spChg chg="del">
          <ac:chgData name="Namra Patel" userId="2139cbbffbe4d9f8" providerId="LiveId" clId="{2A5462ED-CBA9-4E73-A17C-B58358DD2847}" dt="2026-09-04T12:19:29.384" v="534" actId="478"/>
          <ac:spMkLst>
            <pc:docMk/>
            <pc:sldMk cId="2605851928" sldId="287"/>
            <ac:spMk id="282" creationId="{1558A011-60D6-B010-6117-1B9F7C786B2B}"/>
          </ac:spMkLst>
        </pc:spChg>
      </pc:sldChg>
      <pc:sldChg chg="addSp delSp modSp mod">
        <pc:chgData name="Namra Patel" userId="2139cbbffbe4d9f8" providerId="LiveId" clId="{2A5462ED-CBA9-4E73-A17C-B58358DD2847}" dt="2026-09-03T13:12:06.442" v="49" actId="1076"/>
        <pc:sldMkLst>
          <pc:docMk/>
          <pc:sldMk cId="1229047658" sldId="288"/>
        </pc:sldMkLst>
        <pc:spChg chg="del">
          <ac:chgData name="Namra Patel" userId="2139cbbffbe4d9f8" providerId="LiveId" clId="{2A5462ED-CBA9-4E73-A17C-B58358DD2847}" dt="2026-09-03T13:11:15.806" v="34" actId="478"/>
          <ac:spMkLst>
            <pc:docMk/>
            <pc:sldMk cId="1229047658" sldId="288"/>
            <ac:spMk id="3" creationId="{4837D5EE-379B-FDC5-0854-8AC81D31FADF}"/>
          </ac:spMkLst>
        </pc:spChg>
        <pc:spChg chg="add">
          <ac:chgData name="Namra Patel" userId="2139cbbffbe4d9f8" providerId="LiveId" clId="{2A5462ED-CBA9-4E73-A17C-B58358DD2847}" dt="2026-09-03T13:11:22.775" v="36" actId="22"/>
          <ac:spMkLst>
            <pc:docMk/>
            <pc:sldMk cId="1229047658" sldId="288"/>
            <ac:spMk id="5" creationId="{45B4C17A-2E80-1433-7B98-A1A2B0AD28B3}"/>
          </ac:spMkLst>
        </pc:spChg>
        <pc:spChg chg="del">
          <ac:chgData name="Namra Patel" userId="2139cbbffbe4d9f8" providerId="LiveId" clId="{2A5462ED-CBA9-4E73-A17C-B58358DD2847}" dt="2026-09-03T13:11:21.810" v="35" actId="478"/>
          <ac:spMkLst>
            <pc:docMk/>
            <pc:sldMk cId="1229047658" sldId="288"/>
            <ac:spMk id="6" creationId="{3F1C7BCA-5DD7-F4D3-A937-D1C56976DA01}"/>
          </ac:spMkLst>
        </pc:spChg>
        <pc:picChg chg="del">
          <ac:chgData name="Namra Patel" userId="2139cbbffbe4d9f8" providerId="LiveId" clId="{2A5462ED-CBA9-4E73-A17C-B58358DD2847}" dt="2026-09-03T13:11:25.774" v="37" actId="478"/>
          <ac:picMkLst>
            <pc:docMk/>
            <pc:sldMk cId="1229047658" sldId="288"/>
            <ac:picMk id="4" creationId="{A037CFD0-B7FF-D9BE-3433-88E5844EF332}"/>
          </ac:picMkLst>
        </pc:picChg>
        <pc:picChg chg="add mod modCrop">
          <ac:chgData name="Namra Patel" userId="2139cbbffbe4d9f8" providerId="LiveId" clId="{2A5462ED-CBA9-4E73-A17C-B58358DD2847}" dt="2026-09-03T13:12:06.442" v="49" actId="1076"/>
          <ac:picMkLst>
            <pc:docMk/>
            <pc:sldMk cId="1229047658" sldId="288"/>
            <ac:picMk id="8" creationId="{FA1E0906-A062-816D-5B59-915BBF43E35B}"/>
          </ac:picMkLst>
        </pc:picChg>
      </pc:sldChg>
      <pc:sldChg chg="addSp delSp modSp mod">
        <pc:chgData name="Namra Patel" userId="2139cbbffbe4d9f8" providerId="LiveId" clId="{2A5462ED-CBA9-4E73-A17C-B58358DD2847}" dt="2026-09-03T13:11:07.441" v="33" actId="12788"/>
        <pc:sldMkLst>
          <pc:docMk/>
          <pc:sldMk cId="2506610743" sldId="289"/>
        </pc:sldMkLst>
        <pc:spChg chg="add mod">
          <ac:chgData name="Namra Patel" userId="2139cbbffbe4d9f8" providerId="LiveId" clId="{2A5462ED-CBA9-4E73-A17C-B58358DD2847}" dt="2026-09-03T13:06:51.551" v="15" actId="767"/>
          <ac:spMkLst>
            <pc:docMk/>
            <pc:sldMk cId="2506610743" sldId="289"/>
            <ac:spMk id="2" creationId="{FB7D0CB1-D133-1D98-DA95-A0B2913BAE99}"/>
          </ac:spMkLst>
        </pc:spChg>
        <pc:spChg chg="mod">
          <ac:chgData name="Namra Patel" userId="2139cbbffbe4d9f8" providerId="LiveId" clId="{2A5462ED-CBA9-4E73-A17C-B58358DD2847}" dt="2026-09-03T13:04:52.625" v="14" actId="3064"/>
          <ac:spMkLst>
            <pc:docMk/>
            <pc:sldMk cId="2506610743" sldId="289"/>
            <ac:spMk id="5" creationId="{CA8544A9-CF92-3FAF-D3EE-31DF90F7A64D}"/>
          </ac:spMkLst>
        </pc:spChg>
        <pc:spChg chg="del">
          <ac:chgData name="Namra Patel" userId="2139cbbffbe4d9f8" providerId="LiveId" clId="{2A5462ED-CBA9-4E73-A17C-B58358DD2847}" dt="2026-09-03T13:04:15.360" v="4" actId="478"/>
          <ac:spMkLst>
            <pc:docMk/>
            <pc:sldMk cId="2506610743" sldId="289"/>
            <ac:spMk id="6" creationId="{C0D36B1A-26C2-CD55-1032-4CB5E4EDF305}"/>
          </ac:spMkLst>
        </pc:spChg>
        <pc:spChg chg="add del">
          <ac:chgData name="Namra Patel" userId="2139cbbffbe4d9f8" providerId="LiveId" clId="{2A5462ED-CBA9-4E73-A17C-B58358DD2847}" dt="2026-09-03T13:08:54.604" v="21"/>
          <ac:spMkLst>
            <pc:docMk/>
            <pc:sldMk cId="2506610743" sldId="289"/>
            <ac:spMk id="7" creationId="{CA9CB7F3-B1A9-E355-0FF5-9E520C2D3C9B}"/>
          </ac:spMkLst>
        </pc:spChg>
        <pc:graphicFrameChg chg="add del mod">
          <ac:chgData name="Namra Patel" userId="2139cbbffbe4d9f8" providerId="LiveId" clId="{2A5462ED-CBA9-4E73-A17C-B58358DD2847}" dt="2026-09-03T13:08:54.601" v="19" actId="478"/>
          <ac:graphicFrameMkLst>
            <pc:docMk/>
            <pc:sldMk cId="2506610743" sldId="289"/>
            <ac:graphicFrameMk id="3" creationId="{990C4789-1F82-0CC2-B13C-3C0FF4758138}"/>
          </ac:graphicFrameMkLst>
        </pc:graphicFrameChg>
        <pc:picChg chg="del">
          <ac:chgData name="Namra Patel" userId="2139cbbffbe4d9f8" providerId="LiveId" clId="{2A5462ED-CBA9-4E73-A17C-B58358DD2847}" dt="2026-09-03T13:10:33.365" v="24" actId="478"/>
          <ac:picMkLst>
            <pc:docMk/>
            <pc:sldMk cId="2506610743" sldId="289"/>
            <ac:picMk id="4" creationId="{099C3698-991D-7A38-C456-893C84C23FC9}"/>
          </ac:picMkLst>
        </pc:picChg>
        <pc:picChg chg="add mod modCrop">
          <ac:chgData name="Namra Patel" userId="2139cbbffbe4d9f8" providerId="LiveId" clId="{2A5462ED-CBA9-4E73-A17C-B58358DD2847}" dt="2026-09-03T13:11:07.441" v="33" actId="12788"/>
          <ac:picMkLst>
            <pc:docMk/>
            <pc:sldMk cId="2506610743" sldId="289"/>
            <ac:picMk id="9" creationId="{34778B85-05E3-B559-EC39-84C17C598BF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patelnamra1405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mraPatel1405/AgriLink-AI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Domain of  Project – Economic Development </a:t>
            </a:r>
            <a:endParaRPr lang="en-IN" sz="28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Title –  </a:t>
            </a:r>
            <a:r>
              <a:rPr lang="en-US" sz="2800" b="1" dirty="0" err="1"/>
              <a:t>AgriLink</a:t>
            </a:r>
            <a:r>
              <a:rPr lang="en-US" sz="2800" b="1" dirty="0"/>
              <a:t> AI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2303500-6CFA-1131-5265-90106E6617F0}"/>
              </a:ext>
            </a:extLst>
          </p:cNvPr>
          <p:cNvGrpSpPr/>
          <p:nvPr/>
        </p:nvGrpSpPr>
        <p:grpSpPr>
          <a:xfrm>
            <a:off x="1206162" y="2939333"/>
            <a:ext cx="9394989" cy="2167128"/>
            <a:chOff x="1206162" y="2939333"/>
            <a:chExt cx="9394989" cy="2167128"/>
          </a:xfrm>
        </p:grpSpPr>
        <p:graphicFrame>
          <p:nvGraphicFramePr>
            <p:cNvPr id="96" name="Google Shape;96;p2"/>
            <p:cNvGraphicFramePr/>
            <p:nvPr>
              <p:extLst>
                <p:ext uri="{D42A27DB-BD31-4B8C-83A1-F6EECF244321}">
                  <p14:modId xmlns:p14="http://schemas.microsoft.com/office/powerpoint/2010/main" val="3696574534"/>
                </p:ext>
              </p:extLst>
            </p:nvPr>
          </p:nvGraphicFramePr>
          <p:xfrm>
            <a:off x="1206162" y="2939333"/>
            <a:ext cx="9394989" cy="2167128"/>
          </p:xfrm>
          <a:graphic>
            <a:graphicData uri="http://schemas.openxmlformats.org/drawingml/2006/table">
              <a:tbl>
                <a:tblPr>
                  <a:noFill/>
                  <a:tableStyleId>{0AAD8F4D-43EB-41E5-8A38-28AB6DFB1B60}</a:tableStyleId>
                </a:tblPr>
                <a:tblGrid>
                  <a:gridCol w="2064867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443374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2443374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2443374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973237"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2000" b="1" u="none" strike="noStrike" cap="none" dirty="0"/>
                          <a:t>Student Name</a:t>
                        </a:r>
                        <a:endParaRPr sz="2000" b="1" u="none" strike="noStrike" cap="none" dirty="0"/>
                      </a:p>
                    </a:txBody>
                    <a:tcPr marL="91450" marR="91450" marT="45725" marB="45725" anchor="ctr">
                      <a:lnL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381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5B9B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2000" b="1" u="none" strike="noStrike" cap="none" dirty="0"/>
                          <a:t>Recent Passport Photo</a:t>
                        </a:r>
                        <a:endParaRPr sz="2000" b="1" u="none" strike="noStrike" cap="none" dirty="0"/>
                      </a:p>
                    </a:txBody>
                    <a:tcPr marL="91450" marR="91450" marT="45725" marB="45725" anchor="ctr">
                      <a:lnL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381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5B9B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800"/>
                          <a:buFont typeface="Arial"/>
                          <a:buNone/>
                        </a:pPr>
                        <a:r>
                          <a:rPr lang="en-US" sz="2000" b="1" i="0" u="none" strike="noStrike" cap="none" dirty="0">
                            <a:solidFill>
                              <a:srgbClr val="000000"/>
                            </a:solidFill>
                            <a:latin typeface="Arial"/>
                            <a:ea typeface="Calibri"/>
                            <a:cs typeface="Arial"/>
                            <a:sym typeface="Calibri"/>
                          </a:rPr>
                          <a:t>Email ID </a:t>
                        </a:r>
                        <a:endParaRPr sz="20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a:txBody>
                    <a:tcPr marL="91450" marR="91450" marT="45725" marB="45725" anchor="ctr">
                      <a:lnL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381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5B9B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rPr lang="en-US" sz="2000" b="1" i="0" u="none" strike="noStrike" cap="none" dirty="0">
                            <a:solidFill>
                              <a:srgbClr val="000000"/>
                            </a:solidFill>
                            <a:latin typeface="Arial"/>
                            <a:ea typeface="Calibri"/>
                            <a:cs typeface="Arial"/>
                            <a:sym typeface="Calibri"/>
                          </a:rPr>
                          <a:t>Mobile number</a:t>
                        </a:r>
                        <a:endParaRPr sz="20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rPr lang="en-US" sz="2000" b="1" i="0" u="none" strike="noStrike" cap="none" dirty="0">
                            <a:solidFill>
                              <a:srgbClr val="000000"/>
                            </a:solidFill>
                            <a:latin typeface="Arial"/>
                            <a:ea typeface="Calibri"/>
                            <a:cs typeface="Arial"/>
                            <a:sym typeface="Calibri"/>
                          </a:rPr>
                          <a:t>[WhatsApp] </a:t>
                        </a:r>
                        <a:endParaRPr sz="20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a:txBody>
                    <a:tcPr marL="91450" marR="91450" marT="45725" marB="45725" anchor="ctr">
                      <a:lnL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381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5B9BD5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193891"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2000" dirty="0"/>
                          <a:t>PATEL NAMRA VISHNUBHAI</a:t>
                        </a:r>
                        <a:endParaRPr sz="2000" dirty="0"/>
                      </a:p>
                    </a:txBody>
                    <a:tcPr marL="91450" marR="91450" marT="45725" marB="45725" anchor="ctr">
                      <a:lnL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381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0DEE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000" dirty="0"/>
                      </a:p>
                    </a:txBody>
                    <a:tcPr marL="91450" marR="91450" marT="45725" marB="45725" anchor="ctr">
                      <a:lnL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381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0DEE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2000" dirty="0">
                            <a:hlinkClick r:id="rId3"/>
                          </a:rPr>
                          <a:t>patelnamra1405@gmail.com</a:t>
                        </a:r>
                        <a:endParaRPr sz="2000" dirty="0"/>
                      </a:p>
                    </a:txBody>
                    <a:tcPr marL="91450" marR="91450" marT="45725" marB="45725" anchor="ctr">
                      <a:lnL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381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0DEE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2000" dirty="0"/>
                          <a:t>9825352273</a:t>
                        </a:r>
                        <a:endParaRPr sz="2000" dirty="0"/>
                      </a:p>
                    </a:txBody>
                    <a:tcPr marL="91450" marR="91450" marT="45725" marB="45725" anchor="ctr">
                      <a:lnL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381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FFFFF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0DEE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7F07D02-29BB-E2D4-CB1E-8A3B881B3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35486" y="4002577"/>
              <a:ext cx="789940" cy="10303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792480" y="1311703"/>
            <a:ext cx="106070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US" sz="2000" b="1" dirty="0"/>
              <a:t>The Challenge</a:t>
            </a:r>
            <a:r>
              <a:rPr lang="en-US" sz="2000" dirty="0"/>
              <a:t> </a:t>
            </a:r>
          </a:p>
          <a:p>
            <a:pPr algn="just" fontAlgn="base"/>
            <a:r>
              <a:rPr lang="en-US" sz="1600" dirty="0"/>
              <a:t>Farmers often struggle with </a:t>
            </a:r>
            <a:r>
              <a:rPr lang="en-US" sz="1600" b="1" dirty="0"/>
              <a:t>limited market information, credible buyer access, and informed selling decisions</a:t>
            </a:r>
            <a:r>
              <a:rPr lang="en-US" sz="1600" dirty="0"/>
              <a:t>. Without </a:t>
            </a:r>
            <a:r>
              <a:rPr lang="en-US" sz="1600" b="1" dirty="0"/>
              <a:t>timely price insights and simple AI-powered guidance</a:t>
            </a:r>
            <a:r>
              <a:rPr lang="en-US" sz="1600" dirty="0"/>
              <a:t>, they may find it difficult to decide </a:t>
            </a:r>
            <a:r>
              <a:rPr lang="en-US" sz="1600" b="1" dirty="0"/>
              <a:t>when, where, and at what value to sell their produce</a:t>
            </a:r>
            <a:r>
              <a:rPr lang="en-US" sz="1600" dirty="0"/>
              <a:t>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sz="2000" b="1" dirty="0"/>
              <a:t>The Objective</a:t>
            </a:r>
            <a:r>
              <a:rPr lang="en-US" sz="2000" dirty="0"/>
              <a:t> </a:t>
            </a:r>
          </a:p>
          <a:p>
            <a:pPr algn="just"/>
            <a:r>
              <a:rPr lang="en-US" sz="1600" dirty="0"/>
              <a:t>Build an </a:t>
            </a:r>
            <a:r>
              <a:rPr lang="en-US" sz="1600" b="1" dirty="0"/>
              <a:t>AI-powered </a:t>
            </a:r>
            <a:r>
              <a:rPr lang="en-US" sz="1600" b="1" dirty="0" err="1"/>
              <a:t>AgriLink</a:t>
            </a:r>
            <a:r>
              <a:rPr lang="en-US" sz="1600" b="1" dirty="0"/>
              <a:t> AI platform</a:t>
            </a:r>
            <a:r>
              <a:rPr lang="en-US" sz="1600" dirty="0"/>
              <a:t> that delivers </a:t>
            </a:r>
            <a:r>
              <a:rPr lang="en-US" sz="1600" b="1" dirty="0"/>
              <a:t>market intelligence, buyer connections, and selling guidance</a:t>
            </a:r>
            <a:r>
              <a:rPr lang="en-US" sz="1600" dirty="0"/>
              <a:t> for farmers. The solution should: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Price Intelligence</a:t>
            </a:r>
            <a:r>
              <a:rPr lang="en-US" sz="1600" dirty="0"/>
              <a:t> – Provide mandi prices, market trends, and price forecasts.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Buyer Discovery</a:t>
            </a:r>
            <a:r>
              <a:rPr lang="en-US" sz="1600" dirty="0"/>
              <a:t> – Connect farmers with suitable and credible buyers.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Selling &amp; Storage Advisory</a:t>
            </a:r>
            <a:r>
              <a:rPr lang="en-US" sz="1600" dirty="0"/>
              <a:t> – Support informed decisions on whether to sell or store produce.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Quality Guidance</a:t>
            </a:r>
            <a:r>
              <a:rPr lang="en-US" sz="1600" dirty="0"/>
              <a:t> – Help farmers understand quality factors and buyer requirements.</a:t>
            </a:r>
          </a:p>
          <a:p>
            <a:pPr algn="just"/>
            <a:endParaRPr lang="en-US" dirty="0"/>
          </a:p>
          <a:p>
            <a:pPr algn="just"/>
            <a:r>
              <a:rPr lang="en-US" sz="2000" b="1" dirty="0"/>
              <a:t>Multi-Agent System</a:t>
            </a:r>
            <a:r>
              <a:rPr lang="en-US" sz="2000" dirty="0"/>
              <a:t> :–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Market Intelligence Agent</a:t>
            </a:r>
            <a:r>
              <a:rPr lang="en-US" sz="1600" dirty="0"/>
              <a:t> – Provides price and trend insights.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Buyer Matching Agent</a:t>
            </a:r>
            <a:r>
              <a:rPr lang="en-US" sz="1600" dirty="0"/>
              <a:t> – Connects farmers with relevant buyers.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Selling Advisory Agent</a:t>
            </a:r>
            <a:r>
              <a:rPr lang="en-US" sz="1600" dirty="0"/>
              <a:t> – Supports sell-or-store decisions.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Quality &amp; Income Agent</a:t>
            </a:r>
            <a:r>
              <a:rPr lang="en-US" sz="1600" dirty="0"/>
              <a:t> – Provides quality guidance and income visibility.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Farmer Dashboard</a:t>
            </a:r>
            <a:r>
              <a:rPr lang="en-US" sz="1600" dirty="0"/>
              <a:t> – Show prices, buyers, recommendations, and income insights in one place.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361248"/>
            <a:ext cx="11080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- </a:t>
            </a:r>
            <a:r>
              <a:rPr lang="en-US" sz="2800" b="1" dirty="0">
                <a:solidFill>
                  <a:srgbClr val="102A43"/>
                </a:solidFill>
              </a:rPr>
              <a:t>Agricultural Market Access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792480" y="1073667"/>
            <a:ext cx="1060704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 proposed solution is an </a:t>
            </a:r>
            <a:r>
              <a:rPr lang="en-US" b="1" dirty="0"/>
              <a:t>AI-assisted market intelligence and direct-trade platform</a:t>
            </a:r>
            <a:r>
              <a:rPr lang="en-US" dirty="0"/>
              <a:t> designed for </a:t>
            </a:r>
            <a:r>
              <a:rPr lang="en-US" b="1" dirty="0"/>
              <a:t>cotton and groundnut farmers</a:t>
            </a:r>
            <a:r>
              <a:rPr lang="en-US" dirty="0"/>
              <a:t>. </a:t>
            </a:r>
            <a:r>
              <a:rPr lang="en-US" dirty="0" err="1"/>
              <a:t>AgriLink</a:t>
            </a:r>
            <a:r>
              <a:rPr lang="en-US" dirty="0"/>
              <a:t> AI brings together market prices, forecasting, buyer discovery, selling guidance, quality assessment, and conversational AI into a single intelligent platform.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At its core, the solution provides </a:t>
            </a:r>
            <a:r>
              <a:rPr lang="en-US" b="1" dirty="0"/>
              <a:t>mandi-wise price intelligence</a:t>
            </a:r>
            <a:r>
              <a:rPr lang="en-US" dirty="0"/>
              <a:t> by presenting current prices, historical trends, and relevant market insights. AI-powered analysis helps farmers understand market movements and make more informed decisions.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system consists of six key components: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dirty="0"/>
              <a:t>Price Intelligence</a:t>
            </a:r>
            <a:r>
              <a:rPr lang="en-US" dirty="0"/>
              <a:t> provides mandi-wise current prices, historical trends, filtering, and AI-generated market explanations.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dirty="0"/>
              <a:t>Forecasting Agent</a:t>
            </a:r>
            <a:r>
              <a:rPr lang="en-US" dirty="0"/>
              <a:t> delivers an indicative </a:t>
            </a:r>
            <a:r>
              <a:rPr lang="en-US" b="1" dirty="0"/>
              <a:t>7–14 day price outlook</a:t>
            </a:r>
            <a:r>
              <a:rPr lang="en-US" dirty="0"/>
              <a:t> based on market trends, confidence signals, and available market factors.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dirty="0"/>
              <a:t>Buyer Matching</a:t>
            </a:r>
            <a:r>
              <a:rPr lang="en-US" dirty="0"/>
              <a:t> connects farmers with relevant buyers by comparing buyer types, offers, requirements, and response or fit signals.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dirty="0"/>
              <a:t>Selling Advisor</a:t>
            </a:r>
            <a:r>
              <a:rPr lang="en-US" dirty="0"/>
              <a:t> helps farmers evaluate different options, such as </a:t>
            </a:r>
            <a:r>
              <a:rPr lang="en-US" b="1" dirty="0"/>
              <a:t>selling immediately, storing produce, or exploring direct-buyer opportunities</a:t>
            </a:r>
            <a:r>
              <a:rPr lang="en-US" dirty="0"/>
              <a:t>, based on their individual needs.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dirty="0"/>
              <a:t>Quality + Income</a:t>
            </a:r>
            <a:r>
              <a:rPr lang="en-US" dirty="0"/>
              <a:t> provides quality assessment guidance and estimated sale or income breakdowns to support better decision-making.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dirty="0"/>
              <a:t>Granite AI Assistant</a:t>
            </a:r>
            <a:r>
              <a:rPr lang="en-US" dirty="0"/>
              <a:t> offers conversational guidance in </a:t>
            </a:r>
            <a:r>
              <a:rPr lang="en-US" b="1" dirty="0"/>
              <a:t>English, Gujarati, and Hindi</a:t>
            </a:r>
            <a:r>
              <a:rPr lang="en-US" dirty="0"/>
              <a:t>, making the platform more accessible and easier for farmers to use.</a:t>
            </a:r>
          </a:p>
          <a:p>
            <a:pPr algn="just"/>
            <a:r>
              <a:rPr lang="en-US" dirty="0"/>
              <a:t>The solution uses </a:t>
            </a:r>
            <a:r>
              <a:rPr lang="en-US" b="1" dirty="0"/>
              <a:t>IBM Granite as the AI reasoning layer</a:t>
            </a:r>
            <a:r>
              <a:rPr lang="en-US" dirty="0"/>
              <a:t>, while </a:t>
            </a:r>
            <a:r>
              <a:rPr lang="en-US" b="1" dirty="0" err="1"/>
              <a:t>LangFlow</a:t>
            </a:r>
            <a:r>
              <a:rPr lang="en-US" b="1" dirty="0"/>
              <a:t> supports the orchestration of the agentic workflow</a:t>
            </a:r>
            <a:r>
              <a:rPr lang="en-US" dirty="0"/>
              <a:t>. Together, these components create a modular system where different AI capabilities work together to provide actionable market guidance.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Overall, </a:t>
            </a:r>
            <a:r>
              <a:rPr lang="en-US" dirty="0" err="1"/>
              <a:t>KisanSetu</a:t>
            </a:r>
            <a:r>
              <a:rPr lang="en-US" dirty="0"/>
              <a:t> delivers an </a:t>
            </a:r>
            <a:r>
              <a:rPr lang="en-US" b="1" dirty="0"/>
              <a:t>end-to-end intelligent agricultural market platform</a:t>
            </a:r>
            <a:r>
              <a:rPr lang="en-US" dirty="0"/>
              <a:t> that helps farmers access market information, connect with buyers, evaluate selling strategies, and make more confident decisions.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1" y="422737"/>
            <a:ext cx="8989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- </a:t>
            </a:r>
            <a:r>
              <a:rPr lang="en-US" sz="2800" b="1" dirty="0" err="1"/>
              <a:t>AgriLink</a:t>
            </a:r>
            <a:r>
              <a:rPr lang="en-US" sz="2800" b="1" dirty="0"/>
              <a:t> AI Platform</a:t>
            </a:r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Technology Used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838200" y="1568749"/>
            <a:ext cx="10515600" cy="40934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 err="1"/>
              <a:t>LangFlow</a:t>
            </a:r>
            <a:r>
              <a:rPr lang="en-US" sz="2000" b="1" dirty="0"/>
              <a:t> Platform</a:t>
            </a:r>
            <a:r>
              <a:rPr lang="en-US" sz="2000" dirty="0"/>
              <a:t> – For designing and orchestrating multi-agent AI workflows visually.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IBM Granite Model</a:t>
            </a:r>
            <a:r>
              <a:rPr lang="en-US" sz="2000" dirty="0"/>
              <a:t> – For natural language understanding, reasoning, and intelligent decision support.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IBM Cloud / watsonx.ai</a:t>
            </a:r>
            <a:r>
              <a:rPr lang="en-US" sz="2000" dirty="0"/>
              <a:t> – For building, deploying, and scaling the AI solution with model deployment and AI governance.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RAG (Retrieval-Augmented Generation)</a:t>
            </a:r>
            <a:r>
              <a:rPr lang="en-US" sz="2000" dirty="0"/>
              <a:t> – To retrieve relevant market and agricultural data first, then generate informed AI responses.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Vector Database</a:t>
            </a:r>
            <a:r>
              <a:rPr lang="en-US" sz="2000" dirty="0"/>
              <a:t> – For storing embeddings and enabling fast retrieval of relevant market information.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 err="1">
                <a:latin typeface="+mj-lt"/>
                <a:sym typeface="Times New Roman"/>
              </a:rPr>
              <a:t>Langflow</a:t>
            </a:r>
            <a:r>
              <a:rPr lang="en-US" sz="2800" b="1" i="0" u="none" strike="noStrike" cap="none" dirty="0">
                <a:solidFill>
                  <a:srgbClr val="051D3A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>
                <a:latin typeface="+mj-lt"/>
                <a:sym typeface="Times New Roman"/>
              </a:rPr>
              <a:t>component Used -</a:t>
            </a:r>
            <a:endParaRPr sz="2800" b="1" dirty="0">
              <a:latin typeface="+mj-lt"/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972616" y="1115895"/>
            <a:ext cx="1024676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arenR"/>
            </a:pPr>
            <a:r>
              <a:rPr lang="en-US" sz="2000" b="1" dirty="0"/>
              <a:t>Chat Input</a:t>
            </a:r>
            <a:r>
              <a:rPr lang="en-US" sz="2000" dirty="0"/>
              <a:t> – Allows farmers to enter queries related to </a:t>
            </a:r>
            <a:r>
              <a:rPr lang="en-US" sz="2000" b="1" dirty="0"/>
              <a:t>crop prices, buyers, storage, selling decisions, and market insights</a:t>
            </a:r>
            <a:r>
              <a:rPr lang="en-US" sz="2000" dirty="0"/>
              <a:t>.</a:t>
            </a:r>
          </a:p>
          <a:p>
            <a:pPr marL="342900" indent="-342900" algn="just">
              <a:buAutoNum type="arabicParenR"/>
            </a:pPr>
            <a:endParaRPr lang="en-US" sz="2000" dirty="0"/>
          </a:p>
          <a:p>
            <a:pPr marL="342900" indent="-342900" algn="just">
              <a:buFont typeface="Arial"/>
              <a:buAutoNum type="arabicParenR"/>
            </a:pPr>
            <a:r>
              <a:rPr lang="en-US" sz="2000" b="1" dirty="0"/>
              <a:t>Context / Retrieval</a:t>
            </a:r>
            <a:r>
              <a:rPr lang="en-US" sz="2000" dirty="0"/>
              <a:t> – Retrieves relevant </a:t>
            </a:r>
            <a:r>
              <a:rPr lang="en-US" sz="2000" b="1" dirty="0"/>
              <a:t>market, crop, and farmer-specific information</a:t>
            </a:r>
            <a:r>
              <a:rPr lang="en-US" sz="2000" dirty="0"/>
              <a:t> to provide context for AI responses.</a:t>
            </a:r>
          </a:p>
          <a:p>
            <a:pPr marL="342900" indent="-342900" algn="just">
              <a:buFont typeface="Arial"/>
              <a:buAutoNum type="arabicParenR"/>
            </a:pPr>
            <a:endParaRPr lang="en-US" sz="2000" dirty="0"/>
          </a:p>
          <a:p>
            <a:pPr marL="342900" indent="-342900" algn="just">
              <a:buFont typeface="Arial"/>
              <a:buAutoNum type="arabicParenR"/>
            </a:pPr>
            <a:r>
              <a:rPr lang="en-US" sz="2000" b="1" dirty="0"/>
              <a:t>IBM Granite LLM / Agent</a:t>
            </a:r>
            <a:r>
              <a:rPr lang="en-US" sz="2000" dirty="0"/>
              <a:t> – Processes the user's query and reasons over the available context to generate </a:t>
            </a:r>
            <a:r>
              <a:rPr lang="en-US" sz="2000" b="1" dirty="0"/>
              <a:t>actionable market insights and recommendations</a:t>
            </a:r>
            <a:r>
              <a:rPr lang="en-US" sz="2000" dirty="0"/>
              <a:t>.</a:t>
            </a:r>
          </a:p>
          <a:p>
            <a:pPr marL="342900" indent="-342900" algn="just">
              <a:buFont typeface="Arial"/>
              <a:buAutoNum type="arabicParenR"/>
            </a:pPr>
            <a:endParaRPr lang="en-US" sz="2000" dirty="0"/>
          </a:p>
          <a:p>
            <a:pPr marL="342900" indent="-342900" algn="just">
              <a:buFont typeface="Arial"/>
              <a:buAutoNum type="arabicParenR"/>
            </a:pPr>
            <a:r>
              <a:rPr lang="en-US" sz="2000" b="1" dirty="0"/>
              <a:t>Chat Output</a:t>
            </a:r>
            <a:r>
              <a:rPr lang="en-US" sz="2000" dirty="0"/>
              <a:t> – Displays AI-generated responses such as </a:t>
            </a:r>
            <a:r>
              <a:rPr lang="en-US" sz="2000" b="1" dirty="0"/>
              <a:t>price insights, forecasts, buyer suggestions, and selling recommendations</a:t>
            </a:r>
            <a:r>
              <a:rPr lang="en-US" sz="2000" dirty="0"/>
              <a:t>.</a:t>
            </a:r>
          </a:p>
          <a:p>
            <a:pPr marL="342900" indent="-342900" algn="just">
              <a:buFont typeface="Arial"/>
              <a:buAutoNum type="arabicParenR"/>
            </a:pPr>
            <a:endParaRPr lang="en-US" sz="2000" dirty="0"/>
          </a:p>
          <a:p>
            <a:pPr marL="342900" indent="-342900" algn="just">
              <a:buFont typeface="Arial"/>
              <a:buAutoNum type="arabicParenR"/>
            </a:pPr>
            <a:r>
              <a:rPr lang="en-US" sz="2000" b="1" dirty="0"/>
              <a:t>Specialized Tools / Modules</a:t>
            </a:r>
            <a:r>
              <a:rPr lang="en-US" sz="2000" dirty="0"/>
              <a:t> – Connects the AI assistant to modules such as </a:t>
            </a:r>
            <a:r>
              <a:rPr lang="en-US" sz="2000" b="1" dirty="0"/>
              <a:t>Price Intelligence, Forecasting, Buyer Matching, Selling Advisor, Quality, and Income</a:t>
            </a:r>
            <a:r>
              <a:rPr lang="en-US" sz="2000" dirty="0"/>
              <a:t>.</a:t>
            </a:r>
          </a:p>
          <a:p>
            <a:pPr marL="342900" indent="-342900" algn="just">
              <a:buFont typeface="Arial"/>
              <a:buAutoNum type="arabicParenR"/>
            </a:pPr>
            <a:endParaRPr lang="en-US" sz="2000" dirty="0"/>
          </a:p>
          <a:p>
            <a:pPr marL="342900" indent="-342900" algn="just">
              <a:buFont typeface="Arial"/>
              <a:buAutoNum type="arabicParenR"/>
            </a:pPr>
            <a:r>
              <a:rPr lang="en-US" sz="2000" b="1" dirty="0"/>
              <a:t>Conversation Context / Memory</a:t>
            </a:r>
            <a:r>
              <a:rPr lang="en-US" sz="2000" dirty="0"/>
              <a:t> – Maintains the user's </a:t>
            </a:r>
            <a:r>
              <a:rPr lang="en-US" sz="2000" b="1" dirty="0"/>
              <a:t>language, query context, and interaction flow</a:t>
            </a:r>
            <a:r>
              <a:rPr lang="en-US" sz="2000" dirty="0"/>
              <a:t> for a more consistent conversational experience.</a:t>
            </a: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Role of Agentic AI in the solution 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036864"/>
            <a:ext cx="74066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Agentic AI</a:t>
            </a:r>
            <a:r>
              <a:rPr lang="en-US" sz="1600" dirty="0"/>
              <a:t> enables </a:t>
            </a:r>
            <a:r>
              <a:rPr lang="en-US" sz="1600" dirty="0" err="1"/>
              <a:t>AgriLink</a:t>
            </a:r>
            <a:r>
              <a:rPr lang="en-US" sz="1600" dirty="0"/>
              <a:t> AI to function as an intelligent agricultural market decision-support system rather than a simple chatbot. Using </a:t>
            </a:r>
            <a:r>
              <a:rPr lang="en-US" sz="1600" b="1" dirty="0"/>
              <a:t>IBM Granite models</a:t>
            </a:r>
            <a:r>
              <a:rPr lang="en-US" sz="1600" dirty="0"/>
              <a:t>, it understands farmer queries and uses relevant market and crop information to provide actionable guidance.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system supports specialized capabilities such as </a:t>
            </a:r>
            <a:r>
              <a:rPr lang="en-US" sz="1600" b="1" dirty="0"/>
              <a:t>mandi price intelligence, price forecasting, direct buyer–farmer matching, storage and selling advice, quality grading, and income analysis</a:t>
            </a:r>
            <a:r>
              <a:rPr lang="en-US" sz="1600" dirty="0"/>
              <a:t>. Each capability addresses a specific part of the farmer's decision-making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Agentic AI brings </a:t>
            </a:r>
            <a:r>
              <a:rPr lang="en-US" sz="1600" b="1" dirty="0"/>
              <a:t>context awareness</a:t>
            </a:r>
            <a:r>
              <a:rPr lang="en-US" sz="1600" dirty="0"/>
              <a:t> by considering factors such as the farmer's crop, location, quantity, quality, and current market conditions. It can then help compare different options, such as </a:t>
            </a:r>
            <a:r>
              <a:rPr lang="en-US" sz="1600" b="1" dirty="0"/>
              <a:t>selling now, storing produce, or choosing a suitable buyer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 also supports </a:t>
            </a:r>
            <a:r>
              <a:rPr lang="en-US" sz="1600" b="1" dirty="0"/>
              <a:t>intelligent reasoning and recommendations</a:t>
            </a:r>
            <a:r>
              <a:rPr lang="en-US" sz="1600" dirty="0"/>
              <a:t>, converting available market information into simple and actionable insights for farmers.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Overall, Agentic AI makes </a:t>
            </a:r>
            <a:r>
              <a:rPr lang="en-US" sz="1600" dirty="0" err="1"/>
              <a:t>AgriLink</a:t>
            </a:r>
            <a:r>
              <a:rPr lang="en-US" sz="1600" dirty="0"/>
              <a:t> AI </a:t>
            </a:r>
            <a:r>
              <a:rPr lang="en-US" sz="1600" b="1" dirty="0"/>
              <a:t>context-aware, goal-driven, and decision-focused</a:t>
            </a:r>
            <a:r>
              <a:rPr lang="en-US" sz="1600" dirty="0"/>
              <a:t>, helping cotton and groundnut farmers make more informed market and selling decisions.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445008" y="404245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445008" y="1207008"/>
            <a:ext cx="1130198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The proposed </a:t>
            </a:r>
            <a:r>
              <a:rPr lang="en-US" sz="1800" b="1" dirty="0" err="1"/>
              <a:t>AgriLink</a:t>
            </a:r>
            <a:r>
              <a:rPr lang="en-US" sz="1800" b="1" dirty="0"/>
              <a:t> AI</a:t>
            </a:r>
            <a:r>
              <a:rPr lang="en-US" sz="1800" dirty="0"/>
              <a:t> platform stands out by combining </a:t>
            </a:r>
            <a:r>
              <a:rPr lang="en-US" sz="1800" b="1" dirty="0"/>
              <a:t>Agentic AI, market intelligence, and decision support</a:t>
            </a:r>
            <a:r>
              <a:rPr lang="en-US" sz="1800" dirty="0"/>
              <a:t> into a single solution for cotton and groundnut farmers.</a:t>
            </a:r>
          </a:p>
          <a:p>
            <a:pPr algn="just"/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Farmer-First Decision Intelligence</a:t>
            </a:r>
            <a:r>
              <a:rPr lang="en-US" sz="1800" dirty="0"/>
              <a:t> – Combines </a:t>
            </a:r>
            <a:r>
              <a:rPr lang="en-US" sz="1800" b="1" dirty="0"/>
              <a:t>price, timing, buyer, and quality insights</a:t>
            </a:r>
            <a:r>
              <a:rPr lang="en-US" sz="1800" dirty="0"/>
              <a:t> to support complete selling decisions.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Direct Trade Discovery</a:t>
            </a:r>
            <a:r>
              <a:rPr lang="en-US" sz="1800" dirty="0"/>
              <a:t> – Goes beyond market information by helping farmers identify and compare </a:t>
            </a:r>
            <a:r>
              <a:rPr lang="en-US" sz="1800" b="1" dirty="0"/>
              <a:t>relevant buyer opportunities</a:t>
            </a:r>
            <a:r>
              <a:rPr lang="en-US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Scenario-Based Advice</a:t>
            </a:r>
            <a:r>
              <a:rPr lang="en-US" sz="1800" dirty="0"/>
              <a:t> – Supports decisions such as </a:t>
            </a:r>
            <a:r>
              <a:rPr lang="en-US" sz="1800" b="1" dirty="0"/>
              <a:t>sell now, store, or explore direct buyers</a:t>
            </a:r>
            <a:r>
              <a:rPr lang="en-US" sz="1800" dirty="0"/>
              <a:t> by considering price, quantity, and practical constraints.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Multilingual Accessibility</a:t>
            </a:r>
            <a:r>
              <a:rPr lang="en-US" sz="1800" dirty="0"/>
              <a:t> – Provides a simpler experience through support for </a:t>
            </a:r>
            <a:r>
              <a:rPr lang="en-US" sz="1800" b="1" dirty="0"/>
              <a:t>English, Gujarati, and Hindi</a:t>
            </a:r>
            <a:r>
              <a:rPr lang="en-US" sz="1800" dirty="0"/>
              <a:t> interactions.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Explainable AI Experience</a:t>
            </a:r>
            <a:r>
              <a:rPr lang="en-US" sz="1800" dirty="0"/>
              <a:t> – Recommendations include </a:t>
            </a:r>
            <a:r>
              <a:rPr lang="en-US" sz="1800" b="1" dirty="0"/>
              <a:t>reasons, trade-offs, and verification guidance</a:t>
            </a:r>
            <a:r>
              <a:rPr lang="en-US" sz="1800" dirty="0"/>
              <a:t>, rather than acting as opaque suggestions.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End-to-End Income View</a:t>
            </a:r>
            <a:r>
              <a:rPr lang="en-US" sz="1800" dirty="0"/>
              <a:t> – Connects </a:t>
            </a:r>
            <a:r>
              <a:rPr lang="en-US" sz="1800" b="1" dirty="0"/>
              <a:t>market intelligence, quality assessment, and income insights</a:t>
            </a:r>
            <a:r>
              <a:rPr lang="en-US" sz="1800" dirty="0"/>
              <a:t> to support the farmer throughout the selling journey.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dirty="0"/>
              <a:t>This makes </a:t>
            </a:r>
            <a:r>
              <a:rPr lang="en-US" sz="1800" dirty="0" err="1"/>
              <a:t>AgriLink</a:t>
            </a:r>
            <a:r>
              <a:rPr lang="en-US" sz="1800" dirty="0"/>
              <a:t> AI a </a:t>
            </a:r>
            <a:r>
              <a:rPr lang="en-US" sz="1800" b="1" dirty="0"/>
              <a:t>decision-focused agricultural intelligence platform</a:t>
            </a:r>
            <a:r>
              <a:rPr lang="en-US" sz="1800" dirty="0"/>
              <a:t>, not just a price information or buyer discovery tool.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344632"/>
            <a:ext cx="9754552" cy="5208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b="1" dirty="0"/>
              <a:t>Public GitHub Repository:</a:t>
            </a:r>
            <a:br>
              <a:rPr lang="en-US" sz="2000" dirty="0"/>
            </a:br>
            <a:r>
              <a:rPr lang="en-US" sz="2000" b="1" dirty="0">
                <a:hlinkClick r:id="rId3"/>
              </a:rPr>
              <a:t>https://github.com/NamraPatel1405/AgriLink-AI</a:t>
            </a:r>
            <a:endParaRPr lang="en-US" sz="2000" b="1" dirty="0"/>
          </a:p>
          <a:p>
            <a:endParaRPr lang="en-US" sz="2000" dirty="0"/>
          </a:p>
          <a:p>
            <a:r>
              <a:rPr lang="en-US" sz="2000" b="1" dirty="0"/>
              <a:t>Repository: AgriLink AI</a:t>
            </a:r>
          </a:p>
          <a:p>
            <a:endParaRPr lang="en-US" sz="2000" b="1" dirty="0"/>
          </a:p>
          <a:p>
            <a:r>
              <a:rPr lang="en-US" sz="2000" dirty="0"/>
              <a:t>The repository contains the following project files: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app.json</a:t>
            </a:r>
            <a:r>
              <a:rPr lang="en-US" sz="2000" dirty="0"/>
              <a:t> – Configuration and project application details for </a:t>
            </a:r>
            <a:r>
              <a:rPr lang="en-US" sz="2000" b="1" dirty="0"/>
              <a:t>AgriLink AI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problemstatement.pdf</a:t>
            </a:r>
            <a:r>
              <a:rPr lang="en-US" sz="2000" dirty="0"/>
              <a:t> – Problem statement for the </a:t>
            </a:r>
            <a:r>
              <a:rPr lang="en-US" sz="2000" b="1" dirty="0"/>
              <a:t>AI-Powered Cotton &amp; Groundnut Market Linkage Platform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projectpresentation.pptx</a:t>
            </a:r>
            <a:r>
              <a:rPr lang="en-US" sz="2000" dirty="0"/>
              <a:t> – Complete presentation of the </a:t>
            </a:r>
            <a:r>
              <a:rPr lang="en-US" sz="2000" b="1" dirty="0"/>
              <a:t>AgriLink AI solution</a:t>
            </a:r>
            <a:r>
              <a:rPr lang="en-US" sz="2000" dirty="0"/>
              <a:t>.</a:t>
            </a:r>
          </a:p>
          <a:p>
            <a:pPr lvl="0"/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Source Code &amp; Supporting Files</a:t>
            </a:r>
            <a:r>
              <a:rPr lang="en-US" sz="2000" dirty="0"/>
              <a:t> – Files related to market intelligence, price forecasting, buyer–farmer matching, selling/storage advisory, quality guidance, dashboard, and other supporting components.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4B1586-7A19-CCEF-F478-C7EC24C2A769}"/>
              </a:ext>
            </a:extLst>
          </p:cNvPr>
          <p:cNvSpPr txBox="1"/>
          <p:nvPr/>
        </p:nvSpPr>
        <p:spPr>
          <a:xfrm>
            <a:off x="1218724" y="495892"/>
            <a:ext cx="5506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ym typeface="Times New Roman"/>
              </a:rPr>
              <a:t>GitHub Repository Link</a:t>
            </a: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138575" y="1124746"/>
            <a:ext cx="9914850" cy="4904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indent="-457200">
              <a:buAutoNum type="arabicPeriod"/>
            </a:pPr>
            <a:r>
              <a:rPr lang="en-US" sz="2000" b="1" dirty="0"/>
              <a:t>Live Market Data Integration –</a:t>
            </a:r>
            <a:br>
              <a:rPr lang="en-US" sz="2000" dirty="0"/>
            </a:br>
            <a:r>
              <a:rPr lang="en-US" sz="2000" dirty="0"/>
              <a:t>Integrate live mandi and market data for </a:t>
            </a:r>
            <a:r>
              <a:rPr lang="en-US" sz="2000" b="1" dirty="0"/>
              <a:t>real-time prices and updated insights</a:t>
            </a:r>
            <a:r>
              <a:rPr lang="en-US" sz="2000" dirty="0"/>
              <a:t>.</a:t>
            </a:r>
          </a:p>
          <a:p>
            <a:pPr marL="457200" indent="-457200">
              <a:buAutoNum type="arabicPeriod"/>
            </a:pPr>
            <a:endParaRPr lang="en-US" sz="2000" dirty="0"/>
          </a:p>
          <a:p>
            <a:pPr marL="457200" indent="-457200">
              <a:buFont typeface="Arial"/>
              <a:buAutoNum type="arabicPeriod"/>
            </a:pPr>
            <a:r>
              <a:rPr lang="en-US" sz="2000" b="1" dirty="0"/>
              <a:t>Voice &amp; Regional Language Support –</a:t>
            </a:r>
            <a:br>
              <a:rPr lang="en-US" sz="2000" dirty="0"/>
            </a:br>
            <a:r>
              <a:rPr lang="en-US" sz="2000" dirty="0"/>
              <a:t>Enable </a:t>
            </a:r>
            <a:r>
              <a:rPr lang="en-US" sz="2000" b="1" dirty="0"/>
              <a:t>voice interaction and more regional languages</a:t>
            </a:r>
            <a:r>
              <a:rPr lang="en-US" sz="2000" dirty="0"/>
              <a:t> for better farmer accessibility.</a:t>
            </a:r>
          </a:p>
          <a:p>
            <a:pPr marL="457200" indent="-457200">
              <a:buFont typeface="Arial"/>
              <a:buAutoNum type="arabicPeriod"/>
            </a:pPr>
            <a:endParaRPr lang="en-US" sz="2000" dirty="0"/>
          </a:p>
          <a:p>
            <a:pPr marL="457200" indent="-457200">
              <a:buFont typeface="Arial"/>
              <a:buAutoNum type="arabicPeriod"/>
            </a:pPr>
            <a:r>
              <a:rPr lang="en-US" sz="2000" b="1" dirty="0"/>
              <a:t>Vision-Based Quality Assessment –</a:t>
            </a:r>
            <a:br>
              <a:rPr lang="en-US" sz="2000" dirty="0"/>
            </a:br>
            <a:r>
              <a:rPr lang="en-US" sz="2000" dirty="0"/>
              <a:t>Use image-based AI to assist with </a:t>
            </a:r>
            <a:r>
              <a:rPr lang="en-US" sz="2000" b="1" dirty="0"/>
              <a:t>crop quality and grading analysis</a:t>
            </a:r>
            <a:r>
              <a:rPr lang="en-US" sz="2000" dirty="0"/>
              <a:t>.</a:t>
            </a:r>
          </a:p>
          <a:p>
            <a:pPr marL="457200" indent="-457200">
              <a:buFont typeface="Arial"/>
              <a:buAutoNum type="arabicPeriod"/>
            </a:pPr>
            <a:endParaRPr lang="en-US" sz="2000" dirty="0"/>
          </a:p>
          <a:p>
            <a:pPr marL="457200" indent="-457200">
              <a:buFont typeface="Arial"/>
              <a:buAutoNum type="arabicPeriod"/>
            </a:pPr>
            <a:r>
              <a:rPr lang="en-US" sz="2000" b="1" dirty="0"/>
              <a:t>Smart Alerts &amp; Notifications –</a:t>
            </a:r>
            <a:br>
              <a:rPr lang="en-US" sz="2000" dirty="0"/>
            </a:br>
            <a:r>
              <a:rPr lang="en-US" sz="2000" dirty="0"/>
              <a:t>Notify farmers about </a:t>
            </a:r>
            <a:r>
              <a:rPr lang="en-US" sz="2000" b="1" dirty="0"/>
              <a:t>price changes, buyer responses, and market updates</a:t>
            </a:r>
            <a:r>
              <a:rPr lang="en-US" sz="2000" dirty="0"/>
              <a:t>.</a:t>
            </a:r>
          </a:p>
          <a:p>
            <a:pPr marL="457200" indent="-457200">
              <a:buFont typeface="Arial"/>
              <a:buAutoNum type="arabicPeriod"/>
            </a:pPr>
            <a:endParaRPr lang="en-US" sz="2000" dirty="0"/>
          </a:p>
          <a:p>
            <a:pPr marL="457200" indent="-457200">
              <a:buFont typeface="Arial"/>
              <a:buAutoNum type="arabicPeriod"/>
            </a:pPr>
            <a:r>
              <a:rPr lang="en-US" sz="2000" b="1" dirty="0"/>
              <a:t>Trust &amp; Verification Layer –</a:t>
            </a:r>
            <a:br>
              <a:rPr lang="en-US" sz="2000" dirty="0"/>
            </a:br>
            <a:r>
              <a:rPr lang="en-US" sz="2000" dirty="0"/>
              <a:t>Add </a:t>
            </a:r>
            <a:r>
              <a:rPr lang="en-US" sz="2000" b="1" dirty="0"/>
              <a:t>buyer verification and transaction records</a:t>
            </a:r>
            <a:r>
              <a:rPr lang="en-US" sz="2000" dirty="0"/>
              <a:t> for safer direct trade.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021457-E313-2EF9-758F-B9E9BBC56E17}"/>
              </a:ext>
            </a:extLst>
          </p:cNvPr>
          <p:cNvSpPr txBox="1"/>
          <p:nvPr/>
        </p:nvSpPr>
        <p:spPr>
          <a:xfrm>
            <a:off x="1138575" y="460532"/>
            <a:ext cx="5506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ym typeface="Times New Roman"/>
              </a:rPr>
              <a:t>Future Scope 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B4C17A-2E80-1433-7B98-A1A2B0AD28B3}"/>
              </a:ext>
            </a:extLst>
          </p:cNvPr>
          <p:cNvSpPr txBox="1"/>
          <p:nvPr/>
        </p:nvSpPr>
        <p:spPr>
          <a:xfrm>
            <a:off x="176696" y="226391"/>
            <a:ext cx="60960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8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1E0906-A062-816D-5B59-915BBF43E3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21"/>
          <a:stretch>
            <a:fillRect/>
          </a:stretch>
        </p:blipFill>
        <p:spPr>
          <a:xfrm>
            <a:off x="2247470" y="857620"/>
            <a:ext cx="7697060" cy="577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8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778B85-05E3-B559-EC39-84C17C598B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9" t="8847" r="2888" b="8931"/>
          <a:stretch>
            <a:fillRect/>
          </a:stretch>
        </p:blipFill>
        <p:spPr>
          <a:xfrm>
            <a:off x="1513840" y="833121"/>
            <a:ext cx="9164320" cy="563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1346</Words>
  <Application>Microsoft Office PowerPoint</Application>
  <PresentationFormat>Widescreen</PresentationFormat>
  <Paragraphs>112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Namra Patel</cp:lastModifiedBy>
  <cp:revision>15</cp:revision>
  <dcterms:created xsi:type="dcterms:W3CDTF">2025-07-08T05:06:56Z</dcterms:created>
  <dcterms:modified xsi:type="dcterms:W3CDTF">2026-09-04T12:29:29Z</dcterms:modified>
</cp:coreProperties>
</file>